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E9001-73F9-4492-B8F5-76F2F9686F77}" v="2" dt="2026-09-12T19:52:36.1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halge, John (US)" userId="bb7f8b77-50c9-4468-9b17-64f3902d847f" providerId="ADAL" clId="{4C44CC90-51FD-4710-8AC7-03F2B200FE57}"/>
    <pc:docChg chg="custSel modSld">
      <pc:chgData name="Greenhalge, John (US)" userId="bb7f8b77-50c9-4468-9b17-64f3902d847f" providerId="ADAL" clId="{4C44CC90-51FD-4710-8AC7-03F2B200FE57}" dt="2026-09-12T20:06:55.078" v="92" actId="20577"/>
      <pc:docMkLst>
        <pc:docMk/>
      </pc:docMkLst>
      <pc:sldChg chg="addSp delSp modSp mod">
        <pc:chgData name="Greenhalge, John (US)" userId="bb7f8b77-50c9-4468-9b17-64f3902d847f" providerId="ADAL" clId="{4C44CC90-51FD-4710-8AC7-03F2B200FE57}" dt="2026-09-12T20:06:55.078" v="92" actId="20577"/>
        <pc:sldMkLst>
          <pc:docMk/>
          <pc:sldMk cId="1037337067" sldId="257"/>
        </pc:sldMkLst>
        <pc:spChg chg="mod">
          <ac:chgData name="Greenhalge, John (US)" userId="bb7f8b77-50c9-4468-9b17-64f3902d847f" providerId="ADAL" clId="{4C44CC90-51FD-4710-8AC7-03F2B200FE57}" dt="2026-09-12T20:06:55.078" v="92" actId="20577"/>
          <ac:spMkLst>
            <pc:docMk/>
            <pc:sldMk cId="1037337067" sldId="257"/>
            <ac:spMk id="31" creationId="{536E7207-EAE2-D14B-F2CB-FA54F4A4F97F}"/>
          </ac:spMkLst>
        </pc:spChg>
        <pc:graphicFrameChg chg="add mod">
          <ac:chgData name="Greenhalge, John (US)" userId="bb7f8b77-50c9-4468-9b17-64f3902d847f" providerId="ADAL" clId="{4C44CC90-51FD-4710-8AC7-03F2B200FE57}" dt="2026-09-12T19:52:34.249" v="30"/>
          <ac:graphicFrameMkLst>
            <pc:docMk/>
            <pc:sldMk cId="1037337067" sldId="257"/>
            <ac:graphicFrameMk id="45" creationId="{DE0AE7E2-89B2-4EA5-473E-80FF5CFC7FCD}"/>
          </ac:graphicFrameMkLst>
        </pc:graphicFrameChg>
        <pc:picChg chg="del">
          <ac:chgData name="Greenhalge, John (US)" userId="bb7f8b77-50c9-4468-9b17-64f3902d847f" providerId="ADAL" clId="{4C44CC90-51FD-4710-8AC7-03F2B200FE57}" dt="2026-09-12T19:55:58.392" v="53" actId="478"/>
          <ac:picMkLst>
            <pc:docMk/>
            <pc:sldMk cId="1037337067" sldId="257"/>
            <ac:picMk id="3" creationId="{0F68E541-C581-B8BE-76ED-A3A64EF4B9D7}"/>
          </ac:picMkLst>
        </pc:picChg>
        <pc:picChg chg="del">
          <ac:chgData name="Greenhalge, John (US)" userId="bb7f8b77-50c9-4468-9b17-64f3902d847f" providerId="ADAL" clId="{4C44CC90-51FD-4710-8AC7-03F2B200FE57}" dt="2026-09-12T19:55:28.867" v="48" actId="478"/>
          <ac:picMkLst>
            <pc:docMk/>
            <pc:sldMk cId="1037337067" sldId="257"/>
            <ac:picMk id="5" creationId="{FE0A8D72-7747-FE0E-AE14-45D9FE112551}"/>
          </ac:picMkLst>
        </pc:picChg>
        <pc:picChg chg="del">
          <ac:chgData name="Greenhalge, John (US)" userId="bb7f8b77-50c9-4468-9b17-64f3902d847f" providerId="ADAL" clId="{4C44CC90-51FD-4710-8AC7-03F2B200FE57}" dt="2026-09-12T19:48:21.900" v="0" actId="478"/>
          <ac:picMkLst>
            <pc:docMk/>
            <pc:sldMk cId="1037337067" sldId="257"/>
            <ac:picMk id="7" creationId="{896E6644-70FE-05BD-7A06-EE0B407DF28E}"/>
          </ac:picMkLst>
        </pc:picChg>
        <pc:picChg chg="del">
          <ac:chgData name="Greenhalge, John (US)" userId="bb7f8b77-50c9-4468-9b17-64f3902d847f" providerId="ADAL" clId="{4C44CC90-51FD-4710-8AC7-03F2B200FE57}" dt="2026-09-12T19:48:23.195" v="1" actId="478"/>
          <ac:picMkLst>
            <pc:docMk/>
            <pc:sldMk cId="1037337067" sldId="257"/>
            <ac:picMk id="10" creationId="{62853A4C-C294-B188-0216-B5DE7E792C9A}"/>
          </ac:picMkLst>
        </pc:picChg>
        <pc:picChg chg="del">
          <ac:chgData name="Greenhalge, John (US)" userId="bb7f8b77-50c9-4468-9b17-64f3902d847f" providerId="ADAL" clId="{4C44CC90-51FD-4710-8AC7-03F2B200FE57}" dt="2026-09-12T19:51:18.799" v="21" actId="478"/>
          <ac:picMkLst>
            <pc:docMk/>
            <pc:sldMk cId="1037337067" sldId="257"/>
            <ac:picMk id="15" creationId="{0D3B7D40-6A2B-43AA-85D5-E0A86A14B797}"/>
          </ac:picMkLst>
        </pc:picChg>
        <pc:picChg chg="del">
          <ac:chgData name="Greenhalge, John (US)" userId="bb7f8b77-50c9-4468-9b17-64f3902d847f" providerId="ADAL" clId="{4C44CC90-51FD-4710-8AC7-03F2B200FE57}" dt="2026-09-12T19:51:20.219" v="22" actId="478"/>
          <ac:picMkLst>
            <pc:docMk/>
            <pc:sldMk cId="1037337067" sldId="257"/>
            <ac:picMk id="18" creationId="{B6B9A29F-8588-9481-A853-F3D2EE160E1C}"/>
          </ac:picMkLst>
        </pc:picChg>
        <pc:picChg chg="del">
          <ac:chgData name="Greenhalge, John (US)" userId="bb7f8b77-50c9-4468-9b17-64f3902d847f" providerId="ADAL" clId="{4C44CC90-51FD-4710-8AC7-03F2B200FE57}" dt="2026-09-12T19:51:22.267" v="23" actId="478"/>
          <ac:picMkLst>
            <pc:docMk/>
            <pc:sldMk cId="1037337067" sldId="257"/>
            <ac:picMk id="22" creationId="{E5981768-4343-10E4-EB5C-DC45D3E22427}"/>
          </ac:picMkLst>
        </pc:picChg>
        <pc:picChg chg="del">
          <ac:chgData name="Greenhalge, John (US)" userId="bb7f8b77-50c9-4468-9b17-64f3902d847f" providerId="ADAL" clId="{4C44CC90-51FD-4710-8AC7-03F2B200FE57}" dt="2026-09-12T19:51:24.993" v="24" actId="478"/>
          <ac:picMkLst>
            <pc:docMk/>
            <pc:sldMk cId="1037337067" sldId="257"/>
            <ac:picMk id="26" creationId="{02951298-6C45-7065-9B2B-FF8CCD8D3433}"/>
          </ac:picMkLst>
        </pc:picChg>
        <pc:picChg chg="del">
          <ac:chgData name="Greenhalge, John (US)" userId="bb7f8b77-50c9-4468-9b17-64f3902d847f" providerId="ADAL" clId="{4C44CC90-51FD-4710-8AC7-03F2B200FE57}" dt="2026-09-12T19:48:24.930" v="2" actId="478"/>
          <ac:picMkLst>
            <pc:docMk/>
            <pc:sldMk cId="1037337067" sldId="257"/>
            <ac:picMk id="32" creationId="{89D0CA3C-B5E9-CBA1-92F1-FC14E22E0A5F}"/>
          </ac:picMkLst>
        </pc:picChg>
        <pc:picChg chg="del">
          <ac:chgData name="Greenhalge, John (US)" userId="bb7f8b77-50c9-4468-9b17-64f3902d847f" providerId="ADAL" clId="{4C44CC90-51FD-4710-8AC7-03F2B200FE57}" dt="2026-09-12T19:48:27.254" v="3" actId="478"/>
          <ac:picMkLst>
            <pc:docMk/>
            <pc:sldMk cId="1037337067" sldId="257"/>
            <ac:picMk id="34" creationId="{C37F5C6F-9460-1FC5-0F8A-BFADA4AA68F4}"/>
          </ac:picMkLst>
        </pc:picChg>
        <pc:picChg chg="add mod">
          <ac:chgData name="Greenhalge, John (US)" userId="bb7f8b77-50c9-4468-9b17-64f3902d847f" providerId="ADAL" clId="{4C44CC90-51FD-4710-8AC7-03F2B200FE57}" dt="2026-09-12T19:48:55.966" v="7" actId="14100"/>
          <ac:picMkLst>
            <pc:docMk/>
            <pc:sldMk cId="1037337067" sldId="257"/>
            <ac:picMk id="36" creationId="{767028CA-59A6-DA07-142E-FB99335A6ACB}"/>
          </ac:picMkLst>
        </pc:picChg>
        <pc:picChg chg="add mod">
          <ac:chgData name="Greenhalge, John (US)" userId="bb7f8b77-50c9-4468-9b17-64f3902d847f" providerId="ADAL" clId="{4C44CC90-51FD-4710-8AC7-03F2B200FE57}" dt="2026-09-12T19:49:32.503" v="11" actId="14100"/>
          <ac:picMkLst>
            <pc:docMk/>
            <pc:sldMk cId="1037337067" sldId="257"/>
            <ac:picMk id="38" creationId="{A92BAD35-B3FC-B814-A8FD-2C5340D99B82}"/>
          </ac:picMkLst>
        </pc:picChg>
        <pc:picChg chg="add mod">
          <ac:chgData name="Greenhalge, John (US)" userId="bb7f8b77-50c9-4468-9b17-64f3902d847f" providerId="ADAL" clId="{4C44CC90-51FD-4710-8AC7-03F2B200FE57}" dt="2026-09-12T19:50:28.389" v="16" actId="14100"/>
          <ac:picMkLst>
            <pc:docMk/>
            <pc:sldMk cId="1037337067" sldId="257"/>
            <ac:picMk id="40" creationId="{B3CD1E50-E599-16D6-09C1-292DF6FAAE98}"/>
          </ac:picMkLst>
        </pc:picChg>
        <pc:picChg chg="add mod">
          <ac:chgData name="Greenhalge, John (US)" userId="bb7f8b77-50c9-4468-9b17-64f3902d847f" providerId="ADAL" clId="{4C44CC90-51FD-4710-8AC7-03F2B200FE57}" dt="2026-09-12T19:51:10.274" v="20" actId="14100"/>
          <ac:picMkLst>
            <pc:docMk/>
            <pc:sldMk cId="1037337067" sldId="257"/>
            <ac:picMk id="42" creationId="{6C4BF162-0A14-C8F7-9573-425BFD6E38E9}"/>
          </ac:picMkLst>
        </pc:picChg>
        <pc:picChg chg="add del mod">
          <ac:chgData name="Greenhalge, John (US)" userId="bb7f8b77-50c9-4468-9b17-64f3902d847f" providerId="ADAL" clId="{4C44CC90-51FD-4710-8AC7-03F2B200FE57}" dt="2026-09-12T19:52:32.646" v="29" actId="478"/>
          <ac:picMkLst>
            <pc:docMk/>
            <pc:sldMk cId="1037337067" sldId="257"/>
            <ac:picMk id="44" creationId="{F2162B0D-7548-2A8A-56AB-7AB0BD8B7C61}"/>
          </ac:picMkLst>
        </pc:picChg>
        <pc:picChg chg="add mod">
          <ac:chgData name="Greenhalge, John (US)" userId="bb7f8b77-50c9-4468-9b17-64f3902d847f" providerId="ADAL" clId="{4C44CC90-51FD-4710-8AC7-03F2B200FE57}" dt="2026-09-12T19:52:50.201" v="34" actId="14100"/>
          <ac:picMkLst>
            <pc:docMk/>
            <pc:sldMk cId="1037337067" sldId="257"/>
            <ac:picMk id="47" creationId="{599E2A96-78DD-DDB9-38EC-6D68216FB236}"/>
          </ac:picMkLst>
        </pc:picChg>
        <pc:picChg chg="add mod">
          <ac:chgData name="Greenhalge, John (US)" userId="bb7f8b77-50c9-4468-9b17-64f3902d847f" providerId="ADAL" clId="{4C44CC90-51FD-4710-8AC7-03F2B200FE57}" dt="2026-09-12T19:53:22.084" v="38" actId="14100"/>
          <ac:picMkLst>
            <pc:docMk/>
            <pc:sldMk cId="1037337067" sldId="257"/>
            <ac:picMk id="49" creationId="{96FF7E06-3E8E-FAF0-E9C9-448751803905}"/>
          </ac:picMkLst>
        </pc:picChg>
        <pc:picChg chg="add mod">
          <ac:chgData name="Greenhalge, John (US)" userId="bb7f8b77-50c9-4468-9b17-64f3902d847f" providerId="ADAL" clId="{4C44CC90-51FD-4710-8AC7-03F2B200FE57}" dt="2026-09-12T19:54:06.432" v="42" actId="14100"/>
          <ac:picMkLst>
            <pc:docMk/>
            <pc:sldMk cId="1037337067" sldId="257"/>
            <ac:picMk id="51" creationId="{7D856A27-15D8-31FA-38BF-51D58EA9151C}"/>
          </ac:picMkLst>
        </pc:picChg>
        <pc:picChg chg="add mod">
          <ac:chgData name="Greenhalge, John (US)" userId="bb7f8b77-50c9-4468-9b17-64f3902d847f" providerId="ADAL" clId="{4C44CC90-51FD-4710-8AC7-03F2B200FE57}" dt="2026-09-12T19:54:57.036" v="47" actId="14100"/>
          <ac:picMkLst>
            <pc:docMk/>
            <pc:sldMk cId="1037337067" sldId="257"/>
            <ac:picMk id="53" creationId="{3259E03F-4493-79D0-75A7-E0A5AF6EE6E3}"/>
          </ac:picMkLst>
        </pc:picChg>
        <pc:picChg chg="add mod">
          <ac:chgData name="Greenhalge, John (US)" userId="bb7f8b77-50c9-4468-9b17-64f3902d847f" providerId="ADAL" clId="{4C44CC90-51FD-4710-8AC7-03F2B200FE57}" dt="2026-09-12T19:55:53.997" v="52" actId="14100"/>
          <ac:picMkLst>
            <pc:docMk/>
            <pc:sldMk cId="1037337067" sldId="257"/>
            <ac:picMk id="55" creationId="{5AB2CB0E-C2A0-4267-C79F-5BE92C7F5C8A}"/>
          </ac:picMkLst>
        </pc:picChg>
        <pc:picChg chg="add mod">
          <ac:chgData name="Greenhalge, John (US)" userId="bb7f8b77-50c9-4468-9b17-64f3902d847f" providerId="ADAL" clId="{4C44CC90-51FD-4710-8AC7-03F2B200FE57}" dt="2026-09-12T19:56:51.971" v="57" actId="14100"/>
          <ac:picMkLst>
            <pc:docMk/>
            <pc:sldMk cId="1037337067" sldId="257"/>
            <ac:picMk id="57" creationId="{378032A3-4E42-D99A-68D6-718D334CC59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0F95-DFDA-E083-8119-43076F01F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0CE65-4FB0-BD5C-D6B2-A3C1FA52F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6A63-2611-2E5A-FC8E-5E79CC51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AC5E0-8F9A-8197-C36A-18687C1E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8D48F-7A60-CB47-61E3-C2E7ADC2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0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5026-5B9A-B3BF-5330-E2D9A0CD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44DE2-98DC-323B-7535-63CFFF6EA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280F4-073D-41E5-E277-8D2C1DEE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4FE03-837C-F179-2753-1A16DFC9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7390E-A881-4998-44CC-BF84A622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5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215B-302F-06F3-FBD6-2727B8E1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C745A-396F-4EC2-CDFB-D4562F156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EE4EA-433A-BFD4-E222-2EEC7C9C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8DBC7-523F-8A80-DD85-216BBF40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586F-77E2-7D8F-6E08-2E605B3D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5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66F2-5EF0-58F1-4EA4-52A5E6D3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447B-34C6-4EB4-EF52-3F6683C36C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0A346-95CA-E8BA-6AD1-123CC29BB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554F8-BD29-D73C-6737-593A2E39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80569-63A4-0509-D3A0-E844A634B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FF549-8FE8-0437-A5BA-155C48BF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2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C55CB-9B87-0D8C-CEEA-90771A94E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BBEE1-1C62-0958-665F-711CA5074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81205-F0BD-78CF-485A-ED21D294A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4F202-7173-9DEB-682B-80808F50F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71DBE-50BE-1078-AD6B-F540433CE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6ED5E-08ED-779E-FDF7-362BF9B64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BE02B-3AA0-B139-55E4-9B3AE382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7E455-373D-4D95-7BF0-D16FAF07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80DF-D5B2-C549-09E5-77F543DF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16D92-E76B-B362-351C-0F2BF050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340B5-643D-B22A-D538-29C42DB3D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D106C-0FB1-EA82-F340-6D2CF38D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71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A6653-3B75-ECEF-6BE6-83E9C0A2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FC93B-1FFC-946C-791B-17AF00CE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7D63A-B5CD-7C98-BB4C-40BEC83B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5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FF11-D765-84B0-657C-3CC3CE35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CE07D-A2D2-F61C-F8C9-212085F3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54172-9A66-3B56-0D67-E147E8FAA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8D8E7-7815-9D4B-2FFA-401BC93E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FAF66-1F92-F36E-3F7D-0E8AF5516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3B537-0A02-3B43-E4D5-EDB39041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0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E11FA-52F9-54E9-4CB2-3DC65A30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4D830-BF6A-21DF-42F9-0B3280214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257D8-A48F-11E8-5A39-043E84029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56922-5891-1A20-C064-DB2BD481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7CEA1-2A22-4E0D-E3DB-B8767EC9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02E6B-BAA5-4874-35ED-1F688707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2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EE51-E4E5-A37F-788D-12098B47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4A4FC-F8BD-E633-9CEC-6D1A7D40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44346-F8C7-498F-E7C4-F91A6F7A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36309-DBEB-35D6-D73F-E29F7437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05044-D86E-6962-97A8-93649A35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64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404E9C-D2FB-5055-2B1B-3FAA5DDFE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61CE9-7567-68E5-3287-E9F77CC7C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85185-FB4D-53BE-8AB2-6303EFA9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B0D55-1479-B6B4-B206-4164BD32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F81B2-7304-4AE0-D1F6-7F9AFE2E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4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187A51-326A-5FE9-45C2-D01C43AE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5E53C-D4DB-4F8E-8ECE-8F84EE261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B762F-7007-7E18-57B8-D2165501E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E6CF4-C638-34B5-07B2-E38F28D63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C530-C5BE-C425-489E-8BB52E9BB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39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0" Type="http://schemas.openxmlformats.org/officeDocument/2006/relationships/image" Target="../media/image9.emf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E789783-4154-CD9E-1B19-BCD2F2775C27}"/>
              </a:ext>
            </a:extLst>
          </p:cNvPr>
          <p:cNvSpPr txBox="1"/>
          <p:nvPr/>
        </p:nvSpPr>
        <p:spPr>
          <a:xfrm>
            <a:off x="8313595" y="203778"/>
            <a:ext cx="210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TEST CONDITIONS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D65BD6-5392-E751-19FD-FAF8B2193553}"/>
              </a:ext>
            </a:extLst>
          </p:cNvPr>
          <p:cNvSpPr txBox="1"/>
          <p:nvPr/>
        </p:nvSpPr>
        <p:spPr>
          <a:xfrm>
            <a:off x="4070553" y="2001056"/>
            <a:ext cx="3854245" cy="383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RESULTS AND ANALYSIS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6E7207-EAE2-D14B-F2CB-FA54F4A4F97F}"/>
              </a:ext>
            </a:extLst>
          </p:cNvPr>
          <p:cNvSpPr txBox="1"/>
          <p:nvPr/>
        </p:nvSpPr>
        <p:spPr>
          <a:xfrm>
            <a:off x="236503" y="659064"/>
            <a:ext cx="3834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9ft Heat Gun Low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Testing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August 27</a:t>
            </a:r>
            <a:r>
              <a:rPr kumimoji="0" lang="en-US" sz="24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2026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67028CA-59A6-DA07-142E-FB99335A6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04" y="2384621"/>
            <a:ext cx="3058512" cy="190715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92BAD35-B3FC-B814-A8FD-2C5340D99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04" y="4291774"/>
            <a:ext cx="3058512" cy="190715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3CD1E50-E599-16D6-09C1-292DF6FAA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770" y="2384622"/>
            <a:ext cx="3182870" cy="190715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C4BF162-0A14-C8F7-9573-425BFD6E3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256" y="4291774"/>
            <a:ext cx="3182871" cy="190715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99E2A96-78DD-DDB9-38EC-6D68216FB2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5016" y="2384621"/>
            <a:ext cx="2691727" cy="190715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6FF7E06-3E8E-FAF0-E9C9-448751803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5016" y="4291772"/>
            <a:ext cx="2691727" cy="19071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D856A27-15D8-31FA-38BF-51D58EA91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0127" y="2384621"/>
            <a:ext cx="2785369" cy="190715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259E03F-4493-79D0-75A7-E0A5AF6EE6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0127" y="4291772"/>
            <a:ext cx="2785369" cy="190715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AB2CB0E-C2A0-4267-C79F-5BE92C7F5C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3745" y="659064"/>
            <a:ext cx="2785369" cy="134862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78032A3-4E42-D99A-68D6-718D334CC5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375" y="659061"/>
            <a:ext cx="2785370" cy="134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3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dd732a6-0413-473f-a1ce-68d1616444b6}" enabled="0" method="" siteId="{2dd732a6-0413-473f-a1ce-68d1616444b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Greenhalge, John (US)</dc:creator>
  <cp:lastModifiedBy>Greenhalge, John (US)</cp:lastModifiedBy>
  <cp:revision>1</cp:revision>
  <dcterms:created xsi:type="dcterms:W3CDTF">2026-09-12T19:30:03Z</dcterms:created>
  <dcterms:modified xsi:type="dcterms:W3CDTF">2026-09-12T20:06:56Z</dcterms:modified>
</cp:coreProperties>
</file>