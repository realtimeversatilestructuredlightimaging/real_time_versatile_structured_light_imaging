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EA25B-6A65-E5AB-3194-7E2D9095A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7C5C3E-1139-D3AF-8EC0-565CEB38B4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CC73E-C5D3-7D0E-8AD6-7D6FCC53A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D785C-F7DA-44DC-945E-B739F132240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E9665-617C-EE36-0ED2-E02DC2943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B8B67-5511-28BC-4DF1-0755154B2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FDFA-47CA-491B-8BBD-D2AA34FF4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664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47636-A76D-019E-9D44-22E403608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6B2C7-67DD-E486-AF05-5BE969EB3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3D284-4C4C-6338-2711-913847406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D785C-F7DA-44DC-945E-B739F132240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A1689-A029-0305-3759-59E0C94C8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258C2-B459-663C-D3EA-2A579E8CE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FDFA-47CA-491B-8BBD-D2AA34FF4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58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C52C0-69DF-3F5D-9C7B-A9B89430E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16C65-1B45-209A-5306-B5EF7F01F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A71A7-8B94-15DD-0D2E-20DEC9B39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D785C-F7DA-44DC-945E-B739F132240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127D0-61BF-211E-F6F2-B8B64F160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B50BB-6456-3674-6956-7579EA380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FDFA-47CA-491B-8BBD-D2AA34FF4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23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A2F57-3890-F3EB-79D4-41EBB4450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FFDEB-7339-97BB-EDF7-EEE858963F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23E476-948F-9255-5635-8C13C4C00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C014F4-B5A6-4DDB-BE00-2E0F40262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D785C-F7DA-44DC-945E-B739F132240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E2991C-56E9-7545-6444-8A31C9EAD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C60EC-5444-1EC2-8742-8ECADAD93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FDFA-47CA-491B-8BBD-D2AA34FF4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905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ABA5C-72D2-2434-AD78-8361D5B9F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8DBDB-36AC-CD6F-EEDC-E2BD0A0AB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0971DD-BC72-DDFA-B756-45CB4D09A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8DC089-B0B3-BD66-BC74-653B1710D1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1CAB6B-B612-59AA-F171-FD52745A6D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F7A7FA-6D40-45C6-2618-24443B118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D785C-F7DA-44DC-945E-B739F132240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955E44-5027-5021-B806-8B5C7F957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7E0049-026D-47B8-EA52-3FDFCCA91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FDFA-47CA-491B-8BBD-D2AA34FF4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686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1DCED-A0F9-8E96-C8B3-E803E237B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972B54-AD18-01C0-E754-78C32843F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D785C-F7DA-44DC-945E-B739F132240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06426A-497F-E2B4-6A3E-09D379D8C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AD27A5-BC8C-9716-72DB-8E024C6CA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FDFA-47CA-491B-8BBD-D2AA34FF4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388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D19718-DE05-4D72-A943-5C037B326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D785C-F7DA-44DC-945E-B739F132240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288529-9B99-1B0C-3837-87E5942AA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DA96E-6308-AD32-BCFF-6C4980853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FDFA-47CA-491B-8BBD-D2AA34FF4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54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83E2E-90E5-65AB-1472-F3B3A4209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0AAA7-7E44-D15B-6AA9-758FF2D41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F2C10D-8716-2935-3934-F4530A7D67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7170B-937E-76E8-BEDB-489C40942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D785C-F7DA-44DC-945E-B739F132240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64A9FA-E60F-16C4-1A81-C61AF2C53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B9F9E1-E809-FF5A-3137-9E41E94B3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FDFA-47CA-491B-8BBD-D2AA34FF4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818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7FC89-7193-910F-1C2C-DF4597C7A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A685DC-DA84-A8C7-EDED-4021E2B430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158D3C-9DED-38A4-64C8-1C9C36EA15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7C69C-DD40-CABE-9DB5-B34281892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D785C-F7DA-44DC-945E-B739F132240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B0282-8AB7-77CF-137B-D8EF35415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71F0C9-6EE0-BF08-E5CD-99563E5EB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FDFA-47CA-491B-8BBD-D2AA34FF4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849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3E97-F304-1800-560E-F606A2E09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817602-57B7-F991-913F-52367091E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BB69D-D8F1-C331-AF31-139000E3B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D785C-F7DA-44DC-945E-B739F132240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ACE0C-4C73-2C81-FDAA-A1E0471E5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9118E-D205-9A36-5541-077166382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FDFA-47CA-491B-8BBD-D2AA34FF4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702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4BAB86-3649-D81B-550E-CCE4D917A4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5E8FD1-CF32-1D13-49E9-C78984E576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8F46A7-0BA9-8C8E-20B3-32E92EECE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D785C-F7DA-44DC-945E-B739F132240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78CC0-AD5F-3FB6-7BE8-EE1B6F299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82B7D-48BB-2AFB-027C-CF0B94C99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FDFA-47CA-491B-8BBD-D2AA34FF4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078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B20905-7CDB-BBFA-BD93-4430C28B7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E5D61F-CF1E-0BA0-0098-FDE521AB2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C77E8-4057-8711-4CBA-CADD032760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FD785C-F7DA-44DC-945E-B739F132240C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2306-4B56-C594-2EBB-9BA2409785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7A8DD-0937-189B-AA0F-DB31CA7A43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B8FDFA-47CA-491B-8BBD-D2AA34FF4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15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emf"/><Relationship Id="rId5" Type="http://schemas.openxmlformats.org/officeDocument/2006/relationships/image" Target="../media/image4.png"/><Relationship Id="rId10" Type="http://schemas.openxmlformats.org/officeDocument/2006/relationships/image" Target="../media/image9.emf"/><Relationship Id="rId4" Type="http://schemas.openxmlformats.org/officeDocument/2006/relationships/image" Target="../media/image3.png"/><Relationship Id="rId9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B9B8496-DDC9-275C-9605-AE5013849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9052" y="659064"/>
            <a:ext cx="2506865" cy="1341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549BFD-6637-CE3A-59EC-254FD270D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5917" y="659064"/>
            <a:ext cx="2506865" cy="13419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E789783-4154-CD9E-1B19-BCD2F2775C27}"/>
              </a:ext>
            </a:extLst>
          </p:cNvPr>
          <p:cNvSpPr txBox="1"/>
          <p:nvPr/>
        </p:nvSpPr>
        <p:spPr>
          <a:xfrm>
            <a:off x="8313595" y="203778"/>
            <a:ext cx="2104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TEST CONDITIONS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E4C41E-47AA-F9D7-B72C-146013E988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68" y="2384626"/>
            <a:ext cx="3172964" cy="190715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C319AC0-EA34-FF26-EC94-E95DF09899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569" y="4291781"/>
            <a:ext cx="3172964" cy="19071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C6EEA99-9D94-2D30-694D-32D64D1209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7677" y="2384626"/>
            <a:ext cx="3172964" cy="190715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A7F266E-6A70-0B98-3BE1-B7D841EEDC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7677" y="4291781"/>
            <a:ext cx="3172964" cy="190715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AA5A209-9D77-7878-D3E8-B1A6B8A856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5532" y="2384625"/>
            <a:ext cx="2702145" cy="1907154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A51B041-8DE5-46F1-30AF-B951DDFA38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95531" y="4291780"/>
            <a:ext cx="2702145" cy="190715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31A68A4-2EE3-39A3-20AA-DACF1AB1A0B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70638" y="2384625"/>
            <a:ext cx="2702145" cy="190715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A6E6943-9C4A-E291-B08D-62DDD858DDD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70637" y="4291779"/>
            <a:ext cx="2702145" cy="190715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4D65BD6-5392-E751-19FD-FAF8B2193553}"/>
              </a:ext>
            </a:extLst>
          </p:cNvPr>
          <p:cNvSpPr txBox="1"/>
          <p:nvPr/>
        </p:nvSpPr>
        <p:spPr>
          <a:xfrm>
            <a:off x="4070553" y="2001056"/>
            <a:ext cx="3854245" cy="383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RESULTS AND ANALYSIS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6E7207-EAE2-D14B-F2CB-FA54F4A4F97F}"/>
              </a:ext>
            </a:extLst>
          </p:cNvPr>
          <p:cNvSpPr txBox="1"/>
          <p:nvPr/>
        </p:nvSpPr>
        <p:spPr>
          <a:xfrm>
            <a:off x="236503" y="659064"/>
            <a:ext cx="31729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</a:t>
            </a:r>
            <a:r>
              <a:rPr lang="en-US" sz="2400" b="1" baseline="-25000" dirty="0"/>
              <a:t>2 </a:t>
            </a:r>
            <a:r>
              <a:rPr lang="en-US" sz="2400" b="1" dirty="0"/>
              <a:t>Testing </a:t>
            </a:r>
          </a:p>
          <a:p>
            <a:r>
              <a:rPr lang="en-US" sz="2400" b="1" dirty="0"/>
              <a:t>September 9</a:t>
            </a:r>
            <a:r>
              <a:rPr lang="en-US" sz="2400" b="1" baseline="30000" dirty="0"/>
              <a:t>th</a:t>
            </a:r>
            <a:r>
              <a:rPr lang="en-US" sz="2400" b="1" dirty="0"/>
              <a:t>, 2026</a:t>
            </a:r>
          </a:p>
        </p:txBody>
      </p:sp>
    </p:spTree>
    <p:extLst>
      <p:ext uri="{BB962C8B-B14F-4D97-AF65-F5344CB8AC3E}">
        <p14:creationId xmlns:p14="http://schemas.microsoft.com/office/powerpoint/2010/main" val="1037337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11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Greenhalge, John (US)</dc:creator>
  <cp:lastModifiedBy>Greenhalge, John (US)</cp:lastModifiedBy>
  <cp:revision>1</cp:revision>
  <dcterms:created xsi:type="dcterms:W3CDTF">2026-09-11T18:29:45Z</dcterms:created>
  <dcterms:modified xsi:type="dcterms:W3CDTF">2026-09-11T18:59:55Z</dcterms:modified>
</cp:coreProperties>
</file>